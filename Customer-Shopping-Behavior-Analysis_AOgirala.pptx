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Sora SemiBold"/>
      <p:regular r:id="rId15"/>
      <p:bold r:id="rId16"/>
    </p:embeddedFont>
    <p:embeddedFont>
      <p:font typeface="Nunito"/>
      <p:regular r:id="rId17"/>
      <p:bold r:id="rId18"/>
      <p:italic r:id="rId19"/>
      <p:boldItalic r:id="rId20"/>
    </p:embeddedFont>
    <p:embeddedFont>
      <p:font typeface="Libre Baskerville"/>
      <p:regular r:id="rId21"/>
      <p:bold r:id="rId22"/>
      <p:italic r:id="rId23"/>
      <p:boldItalic r:id="rId24"/>
    </p:embeddedFont>
    <p:embeddedFont>
      <p:font typeface="Sora"/>
      <p:regular r:id="rId25"/>
      <p:bold r:id="rId26"/>
    </p:embeddedFont>
    <p:embeddedFont>
      <p:font typeface="DM Sans"/>
      <p:regular r:id="rId27"/>
      <p:bold r:id="rId28"/>
      <p:italic r:id="rId29"/>
      <p:boldItalic r:id="rId30"/>
    </p:embeddedFont>
    <p:embeddedFont>
      <p:font typeface="Libre Baskerville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s4sJymzlEnAuJJV6dkTH49CaO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LibreBaskerville-bold.fntdata"/><Relationship Id="rId21" Type="http://schemas.openxmlformats.org/officeDocument/2006/relationships/font" Target="fonts/LibreBaskerville-regular.fntdata"/><Relationship Id="rId24" Type="http://schemas.openxmlformats.org/officeDocument/2006/relationships/font" Target="fonts/LibreBaskerville-boldItalic.fntdata"/><Relationship Id="rId23" Type="http://schemas.openxmlformats.org/officeDocument/2006/relationships/font" Target="fonts/LibreBaskervill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ra-bold.fntdata"/><Relationship Id="rId25" Type="http://schemas.openxmlformats.org/officeDocument/2006/relationships/font" Target="fonts/Sora-regular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ibreBaskervilleSemiBold-regular.fntdata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33" Type="http://schemas.openxmlformats.org/officeDocument/2006/relationships/font" Target="fonts/LibreBaskervilleSemiBold-italic.fntdata"/><Relationship Id="rId10" Type="http://schemas.openxmlformats.org/officeDocument/2006/relationships/slide" Target="slides/slide6.xml"/><Relationship Id="rId32" Type="http://schemas.openxmlformats.org/officeDocument/2006/relationships/font" Target="fonts/LibreBaskervilleSemiBold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LibreBaskervilleSemiBold-boldItalic.fntdata"/><Relationship Id="rId15" Type="http://schemas.openxmlformats.org/officeDocument/2006/relationships/font" Target="fonts/Sora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Nunito-regular.fntdata"/><Relationship Id="rId16" Type="http://schemas.openxmlformats.org/officeDocument/2006/relationships/font" Target="fonts/SoraSemiBold-bold.fntdata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9f1554e76_1_409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f9f1554e76_1_409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f9f1554e76_1_409"/>
          <p:cNvSpPr/>
          <p:nvPr/>
        </p:nvSpPr>
        <p:spPr>
          <a:xfrm rot="10800000">
            <a:off x="8094308" y="60"/>
            <a:ext cx="6536100" cy="3284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9f1554e76_1_409"/>
          <p:cNvSpPr/>
          <p:nvPr/>
        </p:nvSpPr>
        <p:spPr>
          <a:xfrm>
            <a:off x="32524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g3f9f1554e76_1_409"/>
          <p:cNvGrpSpPr/>
          <p:nvPr/>
        </p:nvGrpSpPr>
        <p:grpSpPr>
          <a:xfrm>
            <a:off x="408321" y="948"/>
            <a:ext cx="3600581" cy="1670880"/>
            <a:chOff x="255200" y="592"/>
            <a:chExt cx="2250363" cy="1044300"/>
          </a:xfrm>
        </p:grpSpPr>
        <p:sp>
          <p:nvSpPr>
            <p:cNvPr id="19" name="Google Shape;19;g3f9f1554e76_1_409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f9f1554e76_1_409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f9f1554e76_1_409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g3f9f1554e76_1_409"/>
          <p:cNvGrpSpPr/>
          <p:nvPr/>
        </p:nvGrpSpPr>
        <p:grpSpPr>
          <a:xfrm>
            <a:off x="1448632" y="948"/>
            <a:ext cx="3600581" cy="1670880"/>
            <a:chOff x="905395" y="592"/>
            <a:chExt cx="2250363" cy="1044300"/>
          </a:xfrm>
        </p:grpSpPr>
        <p:sp>
          <p:nvSpPr>
            <p:cNvPr id="23" name="Google Shape;23;g3f9f1554e76_1_409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9f1554e76_1_409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f9f1554e76_1_409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g3f9f1554e76_1_409"/>
          <p:cNvGrpSpPr/>
          <p:nvPr/>
        </p:nvGrpSpPr>
        <p:grpSpPr>
          <a:xfrm>
            <a:off x="11291948" y="8141"/>
            <a:ext cx="2962052" cy="1203407"/>
            <a:chOff x="6917201" y="0"/>
            <a:chExt cx="2227777" cy="863400"/>
          </a:xfrm>
        </p:grpSpPr>
        <p:sp>
          <p:nvSpPr>
            <p:cNvPr id="27" name="Google Shape;27;g3f9f1554e76_1_40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f9f1554e76_1_40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f9f1554e76_1_40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g3f9f1554e76_1_409"/>
          <p:cNvGrpSpPr/>
          <p:nvPr/>
        </p:nvGrpSpPr>
        <p:grpSpPr>
          <a:xfrm>
            <a:off x="10484574" y="6748563"/>
            <a:ext cx="3822419" cy="1481163"/>
            <a:chOff x="6917201" y="0"/>
            <a:chExt cx="2227777" cy="863400"/>
          </a:xfrm>
        </p:grpSpPr>
        <p:sp>
          <p:nvSpPr>
            <p:cNvPr id="31" name="Google Shape;31;g3f9f1554e76_1_40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9f1554e76_1_40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f9f1554e76_1_40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g3f9f1554e76_1_409"/>
          <p:cNvGrpSpPr/>
          <p:nvPr/>
        </p:nvGrpSpPr>
        <p:grpSpPr>
          <a:xfrm>
            <a:off x="318777" y="6489043"/>
            <a:ext cx="4472707" cy="1733275"/>
            <a:chOff x="6917201" y="0"/>
            <a:chExt cx="2227777" cy="863400"/>
          </a:xfrm>
        </p:grpSpPr>
        <p:sp>
          <p:nvSpPr>
            <p:cNvPr id="35" name="Google Shape;35;g3f9f1554e76_1_40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f9f1554e76_1_40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f9f1554e76_1_40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g3f9f1554e76_1_409"/>
          <p:cNvSpPr txBox="1"/>
          <p:nvPr>
            <p:ph type="ctrTitle"/>
          </p:nvPr>
        </p:nvSpPr>
        <p:spPr>
          <a:xfrm>
            <a:off x="2973925" y="2916533"/>
            <a:ext cx="8578200" cy="23169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9" name="Google Shape;39;g3f9f1554e76_1_409"/>
          <p:cNvSpPr txBox="1"/>
          <p:nvPr>
            <p:ph idx="1" type="subTitle"/>
          </p:nvPr>
        </p:nvSpPr>
        <p:spPr>
          <a:xfrm>
            <a:off x="2973920" y="5461053"/>
            <a:ext cx="8578200" cy="836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g3f9f1554e76_1_409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9f1554e76_1_437"/>
          <p:cNvSpPr/>
          <p:nvPr/>
        </p:nvSpPr>
        <p:spPr>
          <a:xfrm flipH="1">
            <a:off x="7611300" y="3695040"/>
            <a:ext cx="7019100" cy="45345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g3f9f1554e76_1_437"/>
          <p:cNvGrpSpPr/>
          <p:nvPr/>
        </p:nvGrpSpPr>
        <p:grpSpPr>
          <a:xfrm>
            <a:off x="8950844" y="6337784"/>
            <a:ext cx="4656276" cy="1891709"/>
            <a:chOff x="6917201" y="0"/>
            <a:chExt cx="2227777" cy="863400"/>
          </a:xfrm>
        </p:grpSpPr>
        <p:sp>
          <p:nvSpPr>
            <p:cNvPr id="44" name="Google Shape;44;g3f9f1554e76_1_43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f9f1554e76_1_43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f9f1554e76_1_43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g3f9f1554e76_1_437"/>
          <p:cNvGrpSpPr/>
          <p:nvPr/>
        </p:nvGrpSpPr>
        <p:grpSpPr>
          <a:xfrm>
            <a:off x="318777" y="3"/>
            <a:ext cx="4472707" cy="1733275"/>
            <a:chOff x="6917201" y="0"/>
            <a:chExt cx="2227777" cy="863400"/>
          </a:xfrm>
        </p:grpSpPr>
        <p:sp>
          <p:nvSpPr>
            <p:cNvPr id="48" name="Google Shape;48;g3f9f1554e76_1_43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f9f1554e76_1_43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g3f9f1554e76_1_43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g3f9f1554e76_1_437"/>
          <p:cNvSpPr txBox="1"/>
          <p:nvPr>
            <p:ph type="title"/>
          </p:nvPr>
        </p:nvSpPr>
        <p:spPr>
          <a:xfrm>
            <a:off x="3021894" y="2793760"/>
            <a:ext cx="8604000" cy="2633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100"/>
              <a:buNone/>
              <a:defRPr sz="51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" name="Google Shape;52;g3f9f1554e76_1_437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9f1554e76_1_449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9f1554e76_1_449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f9f1554e76_1_449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9f1554e76_1_449"/>
          <p:cNvSpPr txBox="1"/>
          <p:nvPr>
            <p:ph type="title"/>
          </p:nvPr>
        </p:nvSpPr>
        <p:spPr>
          <a:xfrm>
            <a:off x="1310640" y="1352960"/>
            <a:ext cx="12009000" cy="1527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g3f9f1554e76_1_449"/>
          <p:cNvSpPr txBox="1"/>
          <p:nvPr>
            <p:ph idx="1" type="body"/>
          </p:nvPr>
        </p:nvSpPr>
        <p:spPr>
          <a:xfrm>
            <a:off x="1310640" y="3185160"/>
            <a:ext cx="12009000" cy="3916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" name="Google Shape;59;g3f9f1554e76_1_449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9f1554e76_1_456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9f1554e76_1_456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9f1554e76_1_456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9f1554e76_1_456"/>
          <p:cNvSpPr txBox="1"/>
          <p:nvPr>
            <p:ph type="title"/>
          </p:nvPr>
        </p:nvSpPr>
        <p:spPr>
          <a:xfrm>
            <a:off x="1310640" y="1352960"/>
            <a:ext cx="12009000" cy="1527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" name="Google Shape;65;g3f9f1554e76_1_456"/>
          <p:cNvSpPr txBox="1"/>
          <p:nvPr>
            <p:ph idx="1" type="body"/>
          </p:nvPr>
        </p:nvSpPr>
        <p:spPr>
          <a:xfrm>
            <a:off x="1310640" y="3185160"/>
            <a:ext cx="5897700" cy="3916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g3f9f1554e76_1_456"/>
          <p:cNvSpPr txBox="1"/>
          <p:nvPr>
            <p:ph idx="2" type="body"/>
          </p:nvPr>
        </p:nvSpPr>
        <p:spPr>
          <a:xfrm>
            <a:off x="7421880" y="3185160"/>
            <a:ext cx="5897700" cy="3916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g3f9f1554e76_1_456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f1554e76_1_464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9f1554e76_1_464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9f1554e76_1_464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f9f1554e76_1_464"/>
          <p:cNvSpPr txBox="1"/>
          <p:nvPr>
            <p:ph type="title"/>
          </p:nvPr>
        </p:nvSpPr>
        <p:spPr>
          <a:xfrm>
            <a:off x="1310640" y="1352960"/>
            <a:ext cx="12009000" cy="1527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3" name="Google Shape;73;g3f9f1554e76_1_464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9f1554e76_1_470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9f1554e76_1_470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9f1554e76_1_470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9f1554e76_1_470"/>
          <p:cNvSpPr txBox="1"/>
          <p:nvPr>
            <p:ph type="title"/>
          </p:nvPr>
        </p:nvSpPr>
        <p:spPr>
          <a:xfrm>
            <a:off x="1310640" y="1352960"/>
            <a:ext cx="5934600" cy="2212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g3f9f1554e76_1_470"/>
          <p:cNvSpPr txBox="1"/>
          <p:nvPr>
            <p:ph idx="1" type="body"/>
          </p:nvPr>
        </p:nvSpPr>
        <p:spPr>
          <a:xfrm>
            <a:off x="1329120" y="3710480"/>
            <a:ext cx="5934600" cy="3391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g3f9f1554e76_1_470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f1554e76_1_477"/>
          <p:cNvSpPr/>
          <p:nvPr/>
        </p:nvSpPr>
        <p:spPr>
          <a:xfrm>
            <a:off x="0" y="4517031"/>
            <a:ext cx="11790600" cy="3707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9f1554e76_1_477"/>
          <p:cNvSpPr/>
          <p:nvPr/>
        </p:nvSpPr>
        <p:spPr>
          <a:xfrm flipH="1">
            <a:off x="5733136" y="2486580"/>
            <a:ext cx="8896800" cy="574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g3f9f1554e76_1_477"/>
          <p:cNvGrpSpPr/>
          <p:nvPr/>
        </p:nvGrpSpPr>
        <p:grpSpPr>
          <a:xfrm>
            <a:off x="409427" y="-14"/>
            <a:ext cx="3602109" cy="1669475"/>
            <a:chOff x="3961956" y="4383950"/>
            <a:chExt cx="1160548" cy="548700"/>
          </a:xfrm>
        </p:grpSpPr>
        <p:sp>
          <p:nvSpPr>
            <p:cNvPr id="85" name="Google Shape;85;g3f9f1554e76_1_477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f9f1554e76_1_477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f9f1554e76_1_477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g3f9f1554e76_1_477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g3f9f1554e76_1_477"/>
          <p:cNvGrpSpPr/>
          <p:nvPr/>
        </p:nvGrpSpPr>
        <p:grpSpPr>
          <a:xfrm>
            <a:off x="55757" y="7235401"/>
            <a:ext cx="2549245" cy="987298"/>
            <a:chOff x="6917201" y="0"/>
            <a:chExt cx="2227777" cy="863400"/>
          </a:xfrm>
        </p:grpSpPr>
        <p:sp>
          <p:nvSpPr>
            <p:cNvPr id="90" name="Google Shape;90;g3f9f1554e76_1_47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9f1554e76_1_47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f9f1554e76_1_47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g3f9f1554e76_1_477"/>
          <p:cNvGrpSpPr/>
          <p:nvPr/>
        </p:nvGrpSpPr>
        <p:grpSpPr>
          <a:xfrm>
            <a:off x="9418026" y="1988"/>
            <a:ext cx="5211883" cy="2018457"/>
            <a:chOff x="6917201" y="0"/>
            <a:chExt cx="2227777" cy="863400"/>
          </a:xfrm>
        </p:grpSpPr>
        <p:sp>
          <p:nvSpPr>
            <p:cNvPr id="94" name="Google Shape;94;g3f9f1554e76_1_47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g3f9f1554e76_1_47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f9f1554e76_1_47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g3f9f1554e76_1_477"/>
          <p:cNvSpPr txBox="1"/>
          <p:nvPr>
            <p:ph type="title"/>
          </p:nvPr>
        </p:nvSpPr>
        <p:spPr>
          <a:xfrm>
            <a:off x="2230286" y="2081833"/>
            <a:ext cx="10187100" cy="40626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98" name="Google Shape;98;g3f9f1554e76_1_477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f1554e76_1_495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9f1554e76_1_495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9f1554e76_1_495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9f1554e76_1_495"/>
          <p:cNvSpPr txBox="1"/>
          <p:nvPr>
            <p:ph type="title"/>
          </p:nvPr>
        </p:nvSpPr>
        <p:spPr>
          <a:xfrm>
            <a:off x="1310640" y="1352960"/>
            <a:ext cx="10278600" cy="1128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" name="Google Shape;104;g3f9f1554e76_1_495"/>
          <p:cNvSpPr txBox="1"/>
          <p:nvPr>
            <p:ph idx="1" type="subTitle"/>
          </p:nvPr>
        </p:nvSpPr>
        <p:spPr>
          <a:xfrm>
            <a:off x="1310640" y="2481120"/>
            <a:ext cx="9375900" cy="629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g3f9f1554e76_1_495"/>
          <p:cNvSpPr txBox="1"/>
          <p:nvPr>
            <p:ph idx="2" type="body"/>
          </p:nvPr>
        </p:nvSpPr>
        <p:spPr>
          <a:xfrm>
            <a:off x="1310640" y="3947280"/>
            <a:ext cx="9375900" cy="3352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" name="Google Shape;106;g3f9f1554e76_1_495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f1554e76_1_503"/>
          <p:cNvSpPr/>
          <p:nvPr/>
        </p:nvSpPr>
        <p:spPr>
          <a:xfrm>
            <a:off x="49" y="4519200"/>
            <a:ext cx="11792700" cy="371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9f1554e76_1_503"/>
          <p:cNvSpPr/>
          <p:nvPr/>
        </p:nvSpPr>
        <p:spPr>
          <a:xfrm flipH="1">
            <a:off x="5732100" y="2481120"/>
            <a:ext cx="8898300" cy="5748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9f1554e76_1_503"/>
          <p:cNvSpPr/>
          <p:nvPr/>
        </p:nvSpPr>
        <p:spPr>
          <a:xfrm>
            <a:off x="325160" y="330000"/>
            <a:ext cx="13980000" cy="7569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6576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9f1554e76_1_503"/>
          <p:cNvSpPr txBox="1"/>
          <p:nvPr>
            <p:ph idx="1" type="body"/>
          </p:nvPr>
        </p:nvSpPr>
        <p:spPr>
          <a:xfrm>
            <a:off x="524840" y="6661600"/>
            <a:ext cx="11864100" cy="9681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112" name="Google Shape;112;g3f9f1554e76_1_503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f1554e76_1_509"/>
          <p:cNvSpPr/>
          <p:nvPr/>
        </p:nvSpPr>
        <p:spPr>
          <a:xfrm flipH="1">
            <a:off x="8910600" y="4534520"/>
            <a:ext cx="5719800" cy="3695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g3f9f1554e76_1_509"/>
          <p:cNvGrpSpPr/>
          <p:nvPr/>
        </p:nvGrpSpPr>
        <p:grpSpPr>
          <a:xfrm>
            <a:off x="9535032" y="6591322"/>
            <a:ext cx="4033612" cy="1638647"/>
            <a:chOff x="6917201" y="0"/>
            <a:chExt cx="2227777" cy="863400"/>
          </a:xfrm>
        </p:grpSpPr>
        <p:sp>
          <p:nvSpPr>
            <p:cNvPr id="116" name="Google Shape;116;g3f9f1554e76_1_50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9f1554e76_1_50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9f1554e76_1_50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g3f9f1554e76_1_509"/>
          <p:cNvGrpSpPr/>
          <p:nvPr/>
        </p:nvGrpSpPr>
        <p:grpSpPr>
          <a:xfrm>
            <a:off x="318777" y="3"/>
            <a:ext cx="4472707" cy="1733275"/>
            <a:chOff x="6917201" y="0"/>
            <a:chExt cx="2227777" cy="863400"/>
          </a:xfrm>
        </p:grpSpPr>
        <p:sp>
          <p:nvSpPr>
            <p:cNvPr id="120" name="Google Shape;120;g3f9f1554e76_1_50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f9f1554e76_1_50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f9f1554e76_1_50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g3f9f1554e76_1_509"/>
          <p:cNvSpPr txBox="1"/>
          <p:nvPr>
            <p:ph hasCustomPrompt="1" type="title"/>
          </p:nvPr>
        </p:nvSpPr>
        <p:spPr>
          <a:xfrm>
            <a:off x="2217360" y="2214160"/>
            <a:ext cx="10195800" cy="22074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None/>
              <a:defRPr sz="13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g3f9f1554e76_1_509"/>
          <p:cNvSpPr txBox="1"/>
          <p:nvPr>
            <p:ph idx="1" type="body"/>
          </p:nvPr>
        </p:nvSpPr>
        <p:spPr>
          <a:xfrm>
            <a:off x="2217360" y="4582160"/>
            <a:ext cx="10195800" cy="1025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5" name="Google Shape;125;g3f9f1554e76_1_509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f1554e76_1_522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g3f9f1554e76_1_5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9f1554e76_1_5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g3f9f1554e76_1_5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g3f9f1554e76_1_5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f9f1554e76_1_5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g3f9f1554e76_1_5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g3f9f1554e76_1_5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9f1554e76_1_5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g3f9f1554e76_1_5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g3f9f1554e76_1_5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f9f1554e76_1_5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g3f9f1554e76_1_53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g3f9f1554e76_1_5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f9f1554e76_1_5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g3f9f1554e76_1_5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g3f9f1554e76_1_5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9f1554e76_1_5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g3f9f1554e76_1_5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3" name="Google Shape;153;g3f9f1554e76_1_5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9f1554e76_1_5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g3f9f1554e76_1_54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g3f9f1554e76_1_5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f9f1554e76_1_5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g3f9f1554e76_1_55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g3f9f1554e76_1_5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9f1554e76_1_5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g3f9f1554e76_1_55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g3f9f1554e76_1_5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9" cy="822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f9f1554e76_1_5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g3f9f1554e76_1_56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6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f1554e76_1_564"/>
          <p:cNvSpPr/>
          <p:nvPr/>
        </p:nvSpPr>
        <p:spPr>
          <a:xfrm rot="35716">
            <a:off x="6147416" y="3509062"/>
            <a:ext cx="7767719" cy="3172072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g3f9f1554e76_1_564"/>
          <p:cNvSpPr/>
          <p:nvPr/>
        </p:nvSpPr>
        <p:spPr>
          <a:xfrm rot="-1029601">
            <a:off x="5586486" y="4069295"/>
            <a:ext cx="9132958" cy="25570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71" name="Google Shape;171;g3f9f1554e76_1_564"/>
          <p:cNvGrpSpPr/>
          <p:nvPr/>
        </p:nvGrpSpPr>
        <p:grpSpPr>
          <a:xfrm rot="10800000">
            <a:off x="14" y="0"/>
            <a:ext cx="3022911" cy="2399168"/>
            <a:chOff x="461225" y="3249175"/>
            <a:chExt cx="1399496" cy="1110726"/>
          </a:xfrm>
        </p:grpSpPr>
        <p:grpSp>
          <p:nvGrpSpPr>
            <p:cNvPr id="172" name="Google Shape;172;g3f9f1554e76_1_56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173" name="Google Shape;173;g3f9f1554e76_1_5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4" name="Google Shape;174;g3f9f1554e76_1_5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5" name="Google Shape;175;g3f9f1554e76_1_5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6" name="Google Shape;176;g3f9f1554e76_1_56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7" name="Google Shape;177;g3f9f1554e76_1_56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178" name="Google Shape;178;g3f9f1554e76_1_5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9" name="Google Shape;179;g3f9f1554e76_1_5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" name="Google Shape;180;g3f9f1554e76_1_5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1" name="Google Shape;181;g3f9f1554e76_1_56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2" name="Google Shape;182;g3f9f1554e76_1_56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183" name="Google Shape;183;g3f9f1554e76_1_5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4" name="Google Shape;184;g3f9f1554e76_1_5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g3f9f1554e76_1_5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g3f9f1554e76_1_56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87" name="Google Shape;187;g3f9f1554e76_1_564"/>
          <p:cNvSpPr/>
          <p:nvPr/>
        </p:nvSpPr>
        <p:spPr>
          <a:xfrm>
            <a:off x="9455041" y="-5360"/>
            <a:ext cx="5175210" cy="2778844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668780" rotWithShape="0" algn="bl" dir="5400000" dist="30480">
              <a:schemeClr val="lt2">
                <a:alpha val="49000"/>
              </a:schemeClr>
            </a:outerShdw>
          </a:effectLst>
        </p:spPr>
      </p:sp>
      <p:sp>
        <p:nvSpPr>
          <p:cNvPr id="188" name="Google Shape;188;g3f9f1554e76_1_564"/>
          <p:cNvSpPr/>
          <p:nvPr/>
        </p:nvSpPr>
        <p:spPr>
          <a:xfrm>
            <a:off x="13279918" y="117257"/>
            <a:ext cx="1350432" cy="261026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89" name="Google Shape;189;g3f9f1554e76_1_564"/>
          <p:cNvSpPr txBox="1"/>
          <p:nvPr>
            <p:ph type="title"/>
          </p:nvPr>
        </p:nvSpPr>
        <p:spPr>
          <a:xfrm>
            <a:off x="261960" y="4716520"/>
            <a:ext cx="10620000" cy="2399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g3f9f1554e76_1_564"/>
          <p:cNvSpPr txBox="1"/>
          <p:nvPr>
            <p:ph idx="1" type="subTitle"/>
          </p:nvPr>
        </p:nvSpPr>
        <p:spPr>
          <a:xfrm>
            <a:off x="261960" y="1894960"/>
            <a:ext cx="5338500" cy="2531400"/>
          </a:xfrm>
          <a:prstGeom prst="rect">
            <a:avLst/>
          </a:prstGeom>
        </p:spPr>
        <p:txBody>
          <a:bodyPr anchorCtr="0" anchor="b" bIns="0" lIns="146275" spcFirstLastPara="1" rIns="146275" wrap="square" tIns="1462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/>
            </a:lvl1pPr>
            <a:lvl2pPr lvl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900"/>
              <a:buFont typeface="Sora"/>
              <a:buNone/>
              <a:defRPr sz="1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g3f9f1554e76_1_564"/>
          <p:cNvSpPr txBox="1"/>
          <p:nvPr>
            <p:ph idx="2" type="title"/>
          </p:nvPr>
        </p:nvSpPr>
        <p:spPr>
          <a:xfrm>
            <a:off x="60960" y="149040"/>
            <a:ext cx="2533500" cy="303000"/>
          </a:xfrm>
          <a:prstGeom prst="rect">
            <a:avLst/>
          </a:prstGeom>
        </p:spPr>
        <p:txBody>
          <a:bodyPr anchorCtr="0" anchor="t" bIns="146275" lIns="292600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2" name="Google Shape;192;g3f9f1554e76_1_564"/>
          <p:cNvSpPr txBox="1"/>
          <p:nvPr>
            <p:ph idx="3" type="title"/>
          </p:nvPr>
        </p:nvSpPr>
        <p:spPr>
          <a:xfrm>
            <a:off x="365760" y="7639886"/>
            <a:ext cx="3102600" cy="30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Sora"/>
              <a:buNone/>
              <a:defRPr sz="14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LANK_1_1_1_1_1_1_1_1_1_1_10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f1554e76_1_589"/>
          <p:cNvSpPr/>
          <p:nvPr/>
        </p:nvSpPr>
        <p:spPr>
          <a:xfrm flipH="1" rot="-900015">
            <a:off x="2867239" y="1891809"/>
            <a:ext cx="8896035" cy="314152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5" name="Google Shape;195;g3f9f1554e76_1_589"/>
          <p:cNvSpPr/>
          <p:nvPr/>
        </p:nvSpPr>
        <p:spPr>
          <a:xfrm rot="10800000">
            <a:off x="2867180" y="1891840"/>
            <a:ext cx="8895900" cy="31416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6" name="Google Shape;196;g3f9f1554e76_1_589"/>
          <p:cNvSpPr txBox="1"/>
          <p:nvPr>
            <p:ph idx="1" type="body"/>
          </p:nvPr>
        </p:nvSpPr>
        <p:spPr>
          <a:xfrm>
            <a:off x="3762800" y="6171920"/>
            <a:ext cx="6954600" cy="724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Sora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■"/>
              <a:defRPr/>
            </a:lvl9pPr>
          </a:lstStyle>
          <a:p/>
        </p:txBody>
      </p:sp>
      <p:sp>
        <p:nvSpPr>
          <p:cNvPr id="197" name="Google Shape;197;g3f9f1554e76_1_589"/>
          <p:cNvSpPr txBox="1"/>
          <p:nvPr>
            <p:ph hasCustomPrompt="1" type="title"/>
          </p:nvPr>
        </p:nvSpPr>
        <p:spPr>
          <a:xfrm>
            <a:off x="4259280" y="1891760"/>
            <a:ext cx="6111900" cy="314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IBM Plex Sans"/>
              <a:buNone/>
              <a:defRPr sz="8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8" name="Google Shape;198;g3f9f1554e76_1_589"/>
          <p:cNvSpPr/>
          <p:nvPr/>
        </p:nvSpPr>
        <p:spPr>
          <a:xfrm flipH="1" rot="900015">
            <a:off x="2867217" y="1891809"/>
            <a:ext cx="8896035" cy="314152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rgbClr val="6D9EE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f1554e76_1_405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Nunito"/>
              <a:buNone/>
              <a:defRPr sz="4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" name="Google Shape;11;g3f9f1554e76_1_405"/>
          <p:cNvSpPr txBox="1"/>
          <p:nvPr>
            <p:ph idx="1" type="body"/>
          </p:nvPr>
        </p:nvSpPr>
        <p:spPr>
          <a:xfrm>
            <a:off x="498720" y="1843960"/>
            <a:ext cx="13632900" cy="5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Char char="●"/>
              <a:defRPr sz="2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■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9f1554e76_1_405"/>
          <p:cNvSpPr txBox="1"/>
          <p:nvPr>
            <p:ph idx="12" type="sldNum"/>
          </p:nvPr>
        </p:nvSpPr>
        <p:spPr>
          <a:xfrm>
            <a:off x="13425174" y="7269869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5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41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53.png"/><Relationship Id="rId5" Type="http://schemas.openxmlformats.org/officeDocument/2006/relationships/image" Target="../media/image44.png"/><Relationship Id="rId6" Type="http://schemas.openxmlformats.org/officeDocument/2006/relationships/image" Target="../media/image51.png"/><Relationship Id="rId7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" title="CustomerBehaviorAnalysisPic.png"/>
          <p:cNvPicPr preferRelativeResize="0"/>
          <p:nvPr/>
        </p:nvPicPr>
        <p:blipFill rotWithShape="1">
          <a:blip r:embed="rId3">
            <a:alphaModFix/>
          </a:blip>
          <a:srcRect b="0" l="13215" r="13207" t="0"/>
          <a:stretch/>
        </p:blipFill>
        <p:spPr>
          <a:xfrm>
            <a:off x="0" y="1417550"/>
            <a:ext cx="5269825" cy="68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Shopping Behavior Analysis</a:t>
            </a:r>
            <a:endParaRPr b="0" i="0" sz="4450" u="none" cap="none" strike="noStrike"/>
          </a:p>
        </p:txBody>
      </p:sp>
      <p:sp>
        <p:nvSpPr>
          <p:cNvPr id="206" name="Google Shape;206;p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  <a:endParaRPr b="1" i="0" sz="1750" u="none" cap="none" strike="noStrike"/>
          </a:p>
        </p:txBody>
      </p:sp>
      <p:pic>
        <p:nvPicPr>
          <p:cNvPr id="207" name="Google Shape;207;p1" title="Screenshot 2026-09-03 1329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4630400" cy="14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/>
          <p:nvPr/>
        </p:nvSpPr>
        <p:spPr>
          <a:xfrm>
            <a:off x="567178" y="3288465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</a:t>
            </a:r>
            <a:endParaRPr b="0" i="0" sz="4450" u="none" cap="none" strike="noStrike"/>
          </a:p>
        </p:txBody>
      </p:sp>
      <p:sp>
        <p:nvSpPr>
          <p:cNvPr id="214" name="Google Shape;214;p2"/>
          <p:cNvSpPr/>
          <p:nvPr/>
        </p:nvSpPr>
        <p:spPr>
          <a:xfrm>
            <a:off x="567165" y="4725878"/>
            <a:ext cx="41586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5850"/>
              <a:buFont typeface="Libre Baskerville"/>
              <a:buNone/>
            </a:pPr>
            <a:r>
              <a:rPr b="0" i="0" lang="en-US" sz="5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  <a:endParaRPr b="0" i="0" sz="5850" u="none" cap="none" strike="noStrike"/>
          </a:p>
        </p:txBody>
      </p:sp>
      <p:sp>
        <p:nvSpPr>
          <p:cNvPr id="215" name="Google Shape;215;p2"/>
          <p:cNvSpPr/>
          <p:nvPr/>
        </p:nvSpPr>
        <p:spPr>
          <a:xfrm>
            <a:off x="926020" y="608249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  <a:endParaRPr b="1" i="0" sz="2200" u="none" cap="none" strike="noStrike"/>
          </a:p>
        </p:txBody>
      </p:sp>
      <p:sp>
        <p:nvSpPr>
          <p:cNvPr id="216" name="Google Shape;216;p2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  <a:endParaRPr b="1" i="0" sz="1750" u="none" cap="none" strike="noStrike"/>
          </a:p>
        </p:txBody>
      </p:sp>
      <p:sp>
        <p:nvSpPr>
          <p:cNvPr id="217" name="Google Shape;217;p2"/>
          <p:cNvSpPr/>
          <p:nvPr/>
        </p:nvSpPr>
        <p:spPr>
          <a:xfrm>
            <a:off x="5122580" y="4725878"/>
            <a:ext cx="41586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5850"/>
              <a:buFont typeface="Libre Baskerville"/>
              <a:buNone/>
            </a:pPr>
            <a:r>
              <a:rPr b="0" i="0" lang="en-US" sz="5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  <a:endParaRPr b="0" i="0" sz="5850" u="none" cap="none" strike="noStrike"/>
          </a:p>
        </p:txBody>
      </p:sp>
      <p:sp>
        <p:nvSpPr>
          <p:cNvPr id="218" name="Google Shape;218;p2"/>
          <p:cNvSpPr/>
          <p:nvPr/>
        </p:nvSpPr>
        <p:spPr>
          <a:xfrm>
            <a:off x="5784261" y="608248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  <a:endParaRPr b="1" i="0" sz="2200" u="none" cap="none" strike="noStrike"/>
          </a:p>
        </p:txBody>
      </p:sp>
      <p:sp>
        <p:nvSpPr>
          <p:cNvPr id="219" name="Google Shape;219;p2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  <a:endParaRPr b="1" i="0" sz="1750" u="none" cap="none" strike="noStrike"/>
          </a:p>
        </p:txBody>
      </p:sp>
      <p:sp>
        <p:nvSpPr>
          <p:cNvPr id="220" name="Google Shape;220;p2"/>
          <p:cNvSpPr/>
          <p:nvPr/>
        </p:nvSpPr>
        <p:spPr>
          <a:xfrm>
            <a:off x="9557670" y="4725916"/>
            <a:ext cx="41586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5850"/>
              <a:buFont typeface="Libre Baskerville"/>
              <a:buNone/>
            </a:pPr>
            <a:r>
              <a:rPr b="0" i="0" lang="en-US" sz="58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  <a:endParaRPr b="0" i="0" sz="5850" u="none" cap="none" strike="noStrike"/>
          </a:p>
        </p:txBody>
      </p:sp>
      <p:sp>
        <p:nvSpPr>
          <p:cNvPr id="221" name="Google Shape;221;p2"/>
          <p:cNvSpPr/>
          <p:nvPr/>
        </p:nvSpPr>
        <p:spPr>
          <a:xfrm>
            <a:off x="10339688" y="60824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  <a:endParaRPr b="1" i="0" sz="2200" u="none" cap="none" strike="noStrike"/>
          </a:p>
        </p:txBody>
      </p:sp>
      <p:sp>
        <p:nvSpPr>
          <p:cNvPr id="222" name="Google Shape;222;p2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  <a:endParaRPr b="1" i="0" sz="1750" u="none" cap="none" strike="noStrike"/>
          </a:p>
        </p:txBody>
      </p:sp>
      <p:pic>
        <p:nvPicPr>
          <p:cNvPr id="223" name="Google Shape;223;p2" title="Screenshot 2026-09-03 1329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151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Preparation Process</a:t>
            </a:r>
            <a:endParaRPr b="0" i="0" sz="4450" u="none" cap="none" strike="noStrike"/>
          </a:p>
        </p:txBody>
      </p:sp>
      <p:sp>
        <p:nvSpPr>
          <p:cNvPr id="230" name="Google Shape;230;p3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  <a:endParaRPr b="0" i="0" sz="1750" u="none" cap="none" strike="noStrike"/>
          </a:p>
        </p:txBody>
      </p:sp>
      <p:sp>
        <p:nvSpPr>
          <p:cNvPr id="231" name="Google Shape;231;p3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793840" y="351567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  <a:endParaRPr b="1" i="0" sz="2200" u="none" cap="none" strike="noStrike"/>
          </a:p>
        </p:txBody>
      </p:sp>
      <p:sp>
        <p:nvSpPr>
          <p:cNvPr id="233" name="Google Shape;233;p3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  <a:endParaRPr b="1" i="0" sz="1750" u="none" cap="none" strike="noStrike"/>
          </a:p>
        </p:txBody>
      </p:sp>
      <p:sp>
        <p:nvSpPr>
          <p:cNvPr id="234" name="Google Shape;234;p3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  <a:endParaRPr b="0" i="0" sz="1750" u="none" cap="none" strike="noStrike"/>
          </a:p>
        </p:txBody>
      </p:sp>
      <p:sp>
        <p:nvSpPr>
          <p:cNvPr id="235" name="Google Shape;235;p3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"/>
          <p:cNvSpPr/>
          <p:nvPr/>
        </p:nvSpPr>
        <p:spPr>
          <a:xfrm>
            <a:off x="5216962" y="351567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  <a:endParaRPr b="1" i="0" sz="2200" u="none" cap="none" strike="noStrike"/>
          </a:p>
        </p:txBody>
      </p:sp>
      <p:sp>
        <p:nvSpPr>
          <p:cNvPr id="237" name="Google Shape;237;p3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  <a:endParaRPr b="1" i="0" sz="1750" u="none" cap="none" strike="noStrike"/>
          </a:p>
        </p:txBody>
      </p:sp>
      <p:sp>
        <p:nvSpPr>
          <p:cNvPr id="238" name="Google Shape;238;p3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  <a:endParaRPr b="0" i="0" sz="1750" u="none" cap="none" strike="noStrike"/>
          </a:p>
        </p:txBody>
      </p:sp>
      <p:sp>
        <p:nvSpPr>
          <p:cNvPr id="239" name="Google Shape;239;p3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"/>
          <p:cNvSpPr/>
          <p:nvPr/>
        </p:nvSpPr>
        <p:spPr>
          <a:xfrm>
            <a:off x="9640123" y="3586876"/>
            <a:ext cx="4196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  <a:endParaRPr b="1" i="0" sz="2200" u="none" cap="none" strike="noStrike"/>
          </a:p>
        </p:txBody>
      </p:sp>
      <p:sp>
        <p:nvSpPr>
          <p:cNvPr id="241" name="Google Shape;241;p3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  <a:endParaRPr b="1" i="0" sz="1750" u="none" cap="none" strike="noStrike"/>
          </a:p>
        </p:txBody>
      </p:sp>
      <p:sp>
        <p:nvSpPr>
          <p:cNvPr id="242" name="Google Shape;242;p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  <a:endParaRPr b="0" i="0" sz="1750" u="none" cap="none" strike="noStrike"/>
          </a:p>
        </p:txBody>
      </p:sp>
      <p:sp>
        <p:nvSpPr>
          <p:cNvPr id="243" name="Google Shape;243;p3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793805" y="5704521"/>
            <a:ext cx="4530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  <a:endParaRPr b="1" i="0" sz="2200" u="none" cap="none" strike="noStrike"/>
          </a:p>
        </p:txBody>
      </p:sp>
      <p:sp>
        <p:nvSpPr>
          <p:cNvPr id="245" name="Google Shape;245;p3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Created age groups and purchase frequency</a:t>
            </a:r>
            <a:endParaRPr b="1" i="0" sz="1750" u="none" cap="none" strike="noStrike"/>
          </a:p>
        </p:txBody>
      </p:sp>
      <p:sp>
        <p:nvSpPr>
          <p:cNvPr id="246" name="Google Shape;246;p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Libre Baskerville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  <a:endParaRPr b="0" i="0" sz="1750" u="none" cap="none" strike="noStrike"/>
          </a:p>
        </p:txBody>
      </p:sp>
      <p:sp>
        <p:nvSpPr>
          <p:cNvPr id="247" name="Google Shape;247;p3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"/>
          <p:cNvSpPr/>
          <p:nvPr/>
        </p:nvSpPr>
        <p:spPr>
          <a:xfrm>
            <a:off x="7488089" y="5704525"/>
            <a:ext cx="4530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  <a:endParaRPr b="1" i="0" sz="2200" u="none" cap="none" strike="noStrike"/>
          </a:p>
        </p:txBody>
      </p:sp>
      <p:sp>
        <p:nvSpPr>
          <p:cNvPr id="249" name="Google Shape;249;p3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PostgreSQL for analysis</a:t>
            </a:r>
            <a:endParaRPr b="1" i="0" sz="1750" u="none" cap="none" strike="noStrike"/>
          </a:p>
        </p:txBody>
      </p:sp>
      <p:pic>
        <p:nvPicPr>
          <p:cNvPr id="250" name="Google Shape;250;p3" title="Screenshot 2026-09-03 1329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14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"/>
          <p:cNvSpPr/>
          <p:nvPr/>
        </p:nvSpPr>
        <p:spPr>
          <a:xfrm>
            <a:off x="474590" y="1662284"/>
            <a:ext cx="8242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2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by Gender Analysis</a:t>
            </a:r>
            <a:endParaRPr b="0" i="0" sz="4250" u="none" cap="none" strike="noStrike"/>
          </a:p>
        </p:txBody>
      </p:sp>
      <p:sp>
        <p:nvSpPr>
          <p:cNvPr id="257" name="Google Shape;257;p4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  <a:endParaRPr b="1" i="0" sz="2200" u="none" cap="none" strike="noStrike"/>
          </a:p>
        </p:txBody>
      </p:sp>
      <p:sp>
        <p:nvSpPr>
          <p:cNvPr id="258" name="Google Shape;258;p4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 </a:t>
            </a: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generate slightly higher total revenue than female customers</a:t>
            </a:r>
            <a:endParaRPr b="1" i="0" sz="1750" u="none" cap="none" strike="noStrike"/>
          </a:p>
        </p:txBody>
      </p:sp>
      <p:sp>
        <p:nvSpPr>
          <p:cNvPr id="259" name="Google Shape;259;p4"/>
          <p:cNvSpPr/>
          <p:nvPr/>
        </p:nvSpPr>
        <p:spPr>
          <a:xfrm>
            <a:off x="8959096" y="4614739"/>
            <a:ext cx="4884900" cy="1326600"/>
          </a:xfrm>
          <a:prstGeom prst="roundRect">
            <a:avLst>
              <a:gd fmla="val 7181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5910" y="5061704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"/>
          <p:cNvSpPr/>
          <p:nvPr/>
        </p:nvSpPr>
        <p:spPr>
          <a:xfrm>
            <a:off x="9575887" y="4915152"/>
            <a:ext cx="3921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  <a:endParaRPr b="0" i="0" sz="1750" u="none" cap="none" strike="noStrike"/>
          </a:p>
        </p:txBody>
      </p:sp>
      <p:pic>
        <p:nvPicPr>
          <p:cNvPr id="262" name="Google Shape;262;p4" title="Screenshot 2026-09-03 1329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"/>
            <a:ext cx="14630400" cy="13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599" y="2481748"/>
            <a:ext cx="7341025" cy="45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High-Value Discount Users</a:t>
            </a:r>
            <a:endParaRPr b="0" i="0" sz="4450" u="none" cap="none" strike="noStrike"/>
          </a:p>
        </p:txBody>
      </p:sp>
      <p:sp>
        <p:nvSpPr>
          <p:cNvPr id="270" name="Google Shape;270;p5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  <a:endParaRPr b="0" i="0" sz="1750" u="none" cap="none" strike="noStrike"/>
          </a:p>
        </p:txBody>
      </p:sp>
      <p:sp>
        <p:nvSpPr>
          <p:cNvPr id="271" name="Google Shape;271;p5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fmla="val 720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  <a:endParaRPr b="0" i="0" sz="2200" u="none" cap="none" strike="noStrike"/>
          </a:p>
        </p:txBody>
      </p:sp>
      <p:sp>
        <p:nvSpPr>
          <p:cNvPr id="273" name="Google Shape;273;p5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  <a:endParaRPr b="0" i="0" sz="1750" u="none" cap="none" strike="noStrike"/>
          </a:p>
        </p:txBody>
      </p:sp>
      <p:sp>
        <p:nvSpPr>
          <p:cNvPr id="274" name="Google Shape;274;p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fmla="val 7205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  <a:endParaRPr b="0" i="0" sz="2200" u="none" cap="none" strike="noStrike"/>
          </a:p>
        </p:txBody>
      </p:sp>
      <p:sp>
        <p:nvSpPr>
          <p:cNvPr id="276" name="Google Shape;276;p5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  <a:endParaRPr b="0" i="0" sz="1750" u="none" cap="none" strike="noStrike"/>
          </a:p>
        </p:txBody>
      </p:sp>
      <p:pic>
        <p:nvPicPr>
          <p:cNvPr id="277" name="Google Shape;277;p5" title="Screenshot 2026-09-03 1304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6800"/>
            <a:ext cx="4884825" cy="69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5" title="Screenshot 2026-09-03 1329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"/>
            <a:ext cx="14630400" cy="1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/>
          <p:nvPr/>
        </p:nvSpPr>
        <p:spPr>
          <a:xfrm>
            <a:off x="5430552" y="1580387"/>
            <a:ext cx="5812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Top-Rated Products</a:t>
            </a:r>
            <a:endParaRPr b="0" i="0" sz="4450" u="none" cap="none" strike="noStrike"/>
          </a:p>
        </p:txBody>
      </p:sp>
      <p:pic>
        <p:nvPicPr>
          <p:cNvPr descr="preencoded.png" id="285" name="Google Shape;2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915" y="2858966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3255" y="2858966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2596" y="2858966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1937" y="2858966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277" y="2858966"/>
            <a:ext cx="38266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"/>
          <p:cNvSpPr/>
          <p:nvPr/>
        </p:nvSpPr>
        <p:spPr>
          <a:xfrm>
            <a:off x="9040900" y="3973050"/>
            <a:ext cx="283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b="0" i="0" sz="2200" u="none" cap="none" strike="noStrike"/>
          </a:p>
        </p:txBody>
      </p:sp>
      <p:sp>
        <p:nvSpPr>
          <p:cNvPr id="291" name="Google Shape;291;p6"/>
          <p:cNvSpPr/>
          <p:nvPr/>
        </p:nvSpPr>
        <p:spPr>
          <a:xfrm>
            <a:off x="5265352" y="2882499"/>
            <a:ext cx="11028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Blouse</a:t>
            </a:r>
            <a:endParaRPr b="1" i="0" sz="2200" u="none" cap="none" strike="noStrike"/>
          </a:p>
        </p:txBody>
      </p:sp>
      <p:sp>
        <p:nvSpPr>
          <p:cNvPr id="292" name="Google Shape;292;p6"/>
          <p:cNvSpPr/>
          <p:nvPr/>
        </p:nvSpPr>
        <p:spPr>
          <a:xfrm>
            <a:off x="9895015" y="2878146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Highest customer satisfaction</a:t>
            </a:r>
            <a:endParaRPr b="1" i="0" sz="1750" u="none" cap="none" strike="noStrike"/>
          </a:p>
        </p:txBody>
      </p:sp>
      <p:sp>
        <p:nvSpPr>
          <p:cNvPr id="293" name="Google Shape;293;p6"/>
          <p:cNvSpPr/>
          <p:nvPr/>
        </p:nvSpPr>
        <p:spPr>
          <a:xfrm>
            <a:off x="5310971" y="3937649"/>
            <a:ext cx="1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Dress</a:t>
            </a:r>
            <a:endParaRPr b="1" i="0" sz="2200" u="none" cap="none" strike="noStrike"/>
          </a:p>
        </p:txBody>
      </p:sp>
      <p:sp>
        <p:nvSpPr>
          <p:cNvPr id="294" name="Google Shape;294;p6"/>
          <p:cNvSpPr/>
          <p:nvPr/>
        </p:nvSpPr>
        <p:spPr>
          <a:xfrm>
            <a:off x="9895018" y="3830021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Consistently excellent reviews</a:t>
            </a:r>
            <a:endParaRPr b="1" i="0" sz="1750" u="none" cap="none" strike="noStrike"/>
          </a:p>
        </p:txBody>
      </p:sp>
      <p:sp>
        <p:nvSpPr>
          <p:cNvPr id="295" name="Google Shape;295;p6"/>
          <p:cNvSpPr/>
          <p:nvPr/>
        </p:nvSpPr>
        <p:spPr>
          <a:xfrm>
            <a:off x="5265354" y="4992799"/>
            <a:ext cx="1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Shirt </a:t>
            </a:r>
            <a:endParaRPr b="1" i="0" sz="2200" u="none" cap="none" strike="noStrike"/>
          </a:p>
        </p:txBody>
      </p:sp>
      <p:sp>
        <p:nvSpPr>
          <p:cNvPr id="296" name="Google Shape;296;p6"/>
          <p:cNvSpPr/>
          <p:nvPr/>
        </p:nvSpPr>
        <p:spPr>
          <a:xfrm>
            <a:off x="9928495" y="4916296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Strong customer approval</a:t>
            </a:r>
            <a:endParaRPr b="1" i="0" sz="1750" u="none" cap="none" strike="noStrike"/>
          </a:p>
        </p:txBody>
      </p:sp>
      <p:pic>
        <p:nvPicPr>
          <p:cNvPr id="297" name="Google Shape;297;p6" title="Screenshot 2026-09-03 1308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89175"/>
            <a:ext cx="5054750" cy="327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6" title="Screenshot 2026-09-03 1313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95275"/>
            <a:ext cx="5054749" cy="37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" title="Screenshot 2026-09-03 1329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00"/>
            <a:ext cx="14630400" cy="132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4868" y="3896841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4208" y="3896841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3549" y="3896841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2889" y="3896841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2230" y="3896841"/>
            <a:ext cx="38266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6"/>
          <p:cNvSpPr/>
          <p:nvPr/>
        </p:nvSpPr>
        <p:spPr>
          <a:xfrm>
            <a:off x="8601581" y="3768826"/>
            <a:ext cx="283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t/>
            </a:r>
            <a:endParaRPr b="0" i="0" sz="2200" u="none" cap="none" strike="noStrike"/>
          </a:p>
        </p:txBody>
      </p:sp>
      <p:pic>
        <p:nvPicPr>
          <p:cNvPr descr="preencoded.png" id="306" name="Google Shape;3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770" y="4897053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3111" y="4897053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2452" y="4897053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1792" y="4897053"/>
            <a:ext cx="382667" cy="340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1133" y="4897053"/>
            <a:ext cx="38266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6"/>
          <p:cNvSpPr/>
          <p:nvPr/>
        </p:nvSpPr>
        <p:spPr>
          <a:xfrm>
            <a:off x="8723821" y="4955988"/>
            <a:ext cx="283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b="0" i="0" sz="2200" u="none" cap="none" strike="noStrike"/>
          </a:p>
        </p:txBody>
      </p:sp>
      <p:sp>
        <p:nvSpPr>
          <p:cNvPr id="312" name="Google Shape;312;p6"/>
          <p:cNvSpPr/>
          <p:nvPr/>
        </p:nvSpPr>
        <p:spPr>
          <a:xfrm>
            <a:off x="8933053" y="2887301"/>
            <a:ext cx="283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4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Shipping Preferences Impact</a:t>
            </a:r>
            <a:endParaRPr b="0" i="0" sz="4450" u="none" cap="none" strike="noStrike"/>
          </a:p>
        </p:txBody>
      </p:sp>
      <p:sp>
        <p:nvSpPr>
          <p:cNvPr id="319" name="Google Shape;319;p7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  <a:endParaRPr b="0" i="0" sz="2200" u="none" cap="none" strike="noStrike"/>
          </a:p>
        </p:txBody>
      </p:sp>
      <p:sp>
        <p:nvSpPr>
          <p:cNvPr id="320" name="Google Shape;320;p7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8900"/>
              <a:buFont typeface="Libre Baskerville"/>
              <a:buNone/>
            </a:pPr>
            <a:r>
              <a:rPr b="0" i="0" lang="en-US" sz="89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$65</a:t>
            </a:r>
            <a:endParaRPr b="0" i="0" sz="8900" u="none" cap="none" strike="noStrike"/>
          </a:p>
        </p:txBody>
      </p:sp>
      <p:sp>
        <p:nvSpPr>
          <p:cNvPr id="321" name="Google Shape;321;p7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  <a:endParaRPr b="1" i="0" sz="1750" u="none" cap="none" strike="noStrike"/>
          </a:p>
        </p:txBody>
      </p:sp>
      <p:sp>
        <p:nvSpPr>
          <p:cNvPr id="322" name="Google Shape;322;p7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  <a:endParaRPr b="0" i="0" sz="2200" u="none" cap="none" strike="noStrike"/>
          </a:p>
        </p:txBody>
      </p:sp>
      <p:sp>
        <p:nvSpPr>
          <p:cNvPr id="323" name="Google Shape;323;p7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8900"/>
              <a:buFont typeface="Libre Baskerville"/>
              <a:buNone/>
            </a:pPr>
            <a:r>
              <a:rPr b="0" i="0" lang="en-US" sz="890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  <a:endParaRPr b="0" i="0" sz="8900" u="none" cap="none" strike="noStrike"/>
          </a:p>
        </p:txBody>
      </p:sp>
      <p:sp>
        <p:nvSpPr>
          <p:cNvPr id="324" name="Google Shape;324;p7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  <a:endParaRPr b="1" i="0" sz="1750" u="none" cap="none" strike="noStrike"/>
          </a:p>
        </p:txBody>
      </p:sp>
      <p:sp>
        <p:nvSpPr>
          <p:cNvPr id="325" name="Google Shape;325;p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12% more per transaction</a:t>
            </a:r>
            <a:endParaRPr b="1" i="0" sz="1750" u="none" cap="none" strike="noStrike"/>
          </a:p>
        </p:txBody>
      </p:sp>
      <p:pic>
        <p:nvPicPr>
          <p:cNvPr id="326" name="Google Shape;326;p7" title="Screenshot 2026-09-03 1327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0225" y="1326800"/>
            <a:ext cx="6120175" cy="69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7" title="Screenshot 2026-09-03 1329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"/>
            <a:ext cx="14630400" cy="1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/>
          <p:nvPr/>
        </p:nvSpPr>
        <p:spPr>
          <a:xfrm>
            <a:off x="-10" y="1326806"/>
            <a:ext cx="5919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3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Subscription Impact</a:t>
            </a:r>
            <a:endParaRPr b="0" i="0" sz="4350" u="none" cap="none" strike="noStrike"/>
          </a:p>
        </p:txBody>
      </p:sp>
      <p:sp>
        <p:nvSpPr>
          <p:cNvPr id="334" name="Google Shape;334;p8"/>
          <p:cNvSpPr/>
          <p:nvPr/>
        </p:nvSpPr>
        <p:spPr>
          <a:xfrm>
            <a:off x="859375" y="5883302"/>
            <a:ext cx="3279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Higher Spend</a:t>
            </a:r>
            <a:endParaRPr b="1" i="0" sz="2200" u="none" cap="none" strike="noStrike"/>
          </a:p>
        </p:txBody>
      </p:sp>
      <p:sp>
        <p:nvSpPr>
          <p:cNvPr id="335" name="Google Shape;335;p8"/>
          <p:cNvSpPr/>
          <p:nvPr/>
        </p:nvSpPr>
        <p:spPr>
          <a:xfrm>
            <a:off x="419875" y="6539169"/>
            <a:ext cx="41586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Subscribers vs non-subscribers</a:t>
            </a:r>
            <a:endParaRPr b="1" i="0" sz="1750" u="none" cap="none" strike="noStrike"/>
          </a:p>
        </p:txBody>
      </p:sp>
      <p:sp>
        <p:nvSpPr>
          <p:cNvPr id="336" name="Google Shape;336;p8"/>
          <p:cNvSpPr/>
          <p:nvPr/>
        </p:nvSpPr>
        <p:spPr>
          <a:xfrm>
            <a:off x="5808223" y="588330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  <a:endParaRPr b="1" i="0" sz="2200" u="none" cap="none" strike="noStrike"/>
          </a:p>
        </p:txBody>
      </p:sp>
      <p:sp>
        <p:nvSpPr>
          <p:cNvPr id="337" name="Google Shape;337;p8"/>
          <p:cNvSpPr/>
          <p:nvPr/>
        </p:nvSpPr>
        <p:spPr>
          <a:xfrm>
            <a:off x="5021775" y="6539177"/>
            <a:ext cx="41586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  <a:endParaRPr b="1" i="0" sz="1750" u="none" cap="none" strike="noStrike"/>
          </a:p>
        </p:txBody>
      </p:sp>
      <p:sp>
        <p:nvSpPr>
          <p:cNvPr id="338" name="Google Shape;338;p8"/>
          <p:cNvSpPr/>
          <p:nvPr/>
        </p:nvSpPr>
        <p:spPr>
          <a:xfrm>
            <a:off x="10312763" y="5710329"/>
            <a:ext cx="2835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1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  <a:endParaRPr b="1" i="0" sz="2200" u="none" cap="none" strike="noStrike"/>
          </a:p>
        </p:txBody>
      </p:sp>
      <p:sp>
        <p:nvSpPr>
          <p:cNvPr id="339" name="Google Shape;339;p8"/>
          <p:cNvSpPr/>
          <p:nvPr/>
        </p:nvSpPr>
        <p:spPr>
          <a:xfrm>
            <a:off x="9719325" y="6539175"/>
            <a:ext cx="41586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  <a:endParaRPr b="1" i="0" sz="1750" u="none" cap="none" strike="noStrike"/>
          </a:p>
        </p:txBody>
      </p:sp>
      <p:pic>
        <p:nvPicPr>
          <p:cNvPr id="340" name="Google Shape;340;p8" title="chart.png"/>
          <p:cNvPicPr preferRelativeResize="0"/>
          <p:nvPr/>
        </p:nvPicPr>
        <p:blipFill rotWithShape="1">
          <a:blip r:embed="rId3">
            <a:alphaModFix/>
          </a:blip>
          <a:srcRect b="-3031" l="16204" r="9908" t="-9228"/>
          <a:stretch/>
        </p:blipFill>
        <p:spPr>
          <a:xfrm>
            <a:off x="7900" y="2019512"/>
            <a:ext cx="4982550" cy="3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8"/>
          <p:cNvSpPr txBox="1"/>
          <p:nvPr/>
        </p:nvSpPr>
        <p:spPr>
          <a:xfrm>
            <a:off x="1450050" y="3354600"/>
            <a:ext cx="17355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Libre Baskerville SemiBold"/>
                <a:ea typeface="Libre Baskerville SemiBold"/>
                <a:cs typeface="Libre Baskerville SemiBold"/>
                <a:sym typeface="Libre Baskerville SemiBold"/>
              </a:rPr>
              <a:t>  68%</a:t>
            </a:r>
            <a:endParaRPr sz="4400">
              <a:solidFill>
                <a:schemeClr val="dk2"/>
              </a:solidFill>
              <a:latin typeface="Libre Baskerville SemiBold"/>
              <a:ea typeface="Libre Baskerville SemiBold"/>
              <a:cs typeface="Libre Baskerville SemiBold"/>
              <a:sym typeface="Libre Baskerville SemiBold"/>
            </a:endParaRPr>
          </a:p>
        </p:txBody>
      </p:sp>
      <p:pic>
        <p:nvPicPr>
          <p:cNvPr id="342" name="Google Shape;342;p8" title="char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6388" y="2218825"/>
            <a:ext cx="6309350" cy="31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8" title="chart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3950" y="2199988"/>
            <a:ext cx="6309350" cy="31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8"/>
          <p:cNvSpPr txBox="1"/>
          <p:nvPr/>
        </p:nvSpPr>
        <p:spPr>
          <a:xfrm>
            <a:off x="6233313" y="3412638"/>
            <a:ext cx="1735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Libre Baskerville SemiBold"/>
                <a:ea typeface="Libre Baskerville SemiBold"/>
                <a:cs typeface="Libre Baskerville SemiBold"/>
                <a:sym typeface="Libre Baskerville SemiBold"/>
              </a:rPr>
              <a:t>   45%</a:t>
            </a:r>
            <a:endParaRPr sz="4400">
              <a:solidFill>
                <a:schemeClr val="dk2"/>
              </a:solidFill>
              <a:latin typeface="Libre Baskerville SemiBold"/>
              <a:ea typeface="Libre Baskerville SemiBold"/>
              <a:cs typeface="Libre Baskerville SemiBold"/>
              <a:sym typeface="Libre Baskerville SemiBold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11209075" y="3431513"/>
            <a:ext cx="1427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Libre Baskerville SemiBold"/>
                <a:ea typeface="Libre Baskerville SemiBold"/>
                <a:cs typeface="Libre Baskerville SemiBold"/>
                <a:sym typeface="Libre Baskerville SemiBold"/>
              </a:rPr>
              <a:t> 78%</a:t>
            </a:r>
            <a:endParaRPr sz="4400">
              <a:solidFill>
                <a:schemeClr val="dk2"/>
              </a:solidFill>
              <a:latin typeface="Libre Baskerville SemiBold"/>
              <a:ea typeface="Libre Baskerville SemiBold"/>
              <a:cs typeface="Libre Baskerville SemiBold"/>
              <a:sym typeface="Libre Baskerville SemiBold"/>
            </a:endParaRPr>
          </a:p>
        </p:txBody>
      </p:sp>
      <p:pic>
        <p:nvPicPr>
          <p:cNvPr id="346" name="Google Shape;346;p8" title="Screenshot 2026-09-03 1329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00"/>
            <a:ext cx="14630400" cy="1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"/>
          <p:cNvSpPr/>
          <p:nvPr/>
        </p:nvSpPr>
        <p:spPr>
          <a:xfrm>
            <a:off x="-10" y="1607313"/>
            <a:ext cx="7080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4450"/>
              <a:buFont typeface="Libre Baskerville"/>
              <a:buNone/>
            </a:pPr>
            <a:r>
              <a:rPr b="0" i="0" lang="en-US" sz="42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Segmentation</a:t>
            </a:r>
            <a:endParaRPr b="0" i="0" sz="4250" u="none" cap="none" strike="noStrike"/>
          </a:p>
        </p:txBody>
      </p:sp>
      <p:pic>
        <p:nvPicPr>
          <p:cNvPr descr="preencoded.png" id="353" name="Google Shape;3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8348" y="2369820"/>
            <a:ext cx="2152055" cy="130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9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500"/>
              <a:buFont typeface="Libre Baskerville"/>
              <a:buNone/>
            </a:pPr>
            <a:r>
              <a:rPr b="0" i="0" lang="en-US" sz="2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500" u="none" cap="none" strike="noStrike"/>
          </a:p>
        </p:txBody>
      </p:sp>
      <p:sp>
        <p:nvSpPr>
          <p:cNvPr id="355" name="Google Shape;355;p9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  <a:endParaRPr b="0" i="0" sz="2200" u="none" cap="none" strike="noStrike"/>
          </a:p>
        </p:txBody>
      </p:sp>
      <p:sp>
        <p:nvSpPr>
          <p:cNvPr id="356" name="Google Shape;356;p9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15% - High value customers</a:t>
            </a:r>
            <a:endParaRPr b="0" i="0" sz="1750" u="none" cap="none" strike="noStrike"/>
          </a:p>
        </p:txBody>
      </p:sp>
      <p:sp>
        <p:nvSpPr>
          <p:cNvPr id="357" name="Google Shape;357;p9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fmla="val 625116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2381" y="3733443"/>
            <a:ext cx="4304108" cy="130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9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500"/>
              <a:buFont typeface="Libre Baskerville"/>
              <a:buNone/>
            </a:pPr>
            <a:r>
              <a:rPr b="0" i="0" lang="en-US" sz="2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500" u="none" cap="none" strike="noStrike"/>
          </a:p>
        </p:txBody>
      </p:sp>
      <p:sp>
        <p:nvSpPr>
          <p:cNvPr id="360" name="Google Shape;360;p9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  <a:endParaRPr b="0" i="0" sz="2200" u="none" cap="none" strike="noStrike"/>
          </a:p>
        </p:txBody>
      </p:sp>
      <p:sp>
        <p:nvSpPr>
          <p:cNvPr id="361" name="Google Shape;361;p9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35% - Regular shoppers</a:t>
            </a:r>
            <a:endParaRPr b="0" i="0" sz="1750" u="none" cap="none" strike="noStrike"/>
          </a:p>
        </p:txBody>
      </p:sp>
      <p:sp>
        <p:nvSpPr>
          <p:cNvPr id="362" name="Google Shape;362;p9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fmla="val 625116" name="adj"/>
            </a:avLst>
          </a:pr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294" y="5097066"/>
            <a:ext cx="6456164" cy="130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500"/>
              <a:buFont typeface="Libre Baskerville"/>
              <a:buNone/>
            </a:pPr>
            <a:r>
              <a:rPr b="0" i="0" lang="en-US" sz="2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500" u="none" cap="none" strike="noStrike"/>
          </a:p>
        </p:txBody>
      </p:sp>
      <p:sp>
        <p:nvSpPr>
          <p:cNvPr id="365" name="Google Shape;365;p9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2200"/>
              <a:buFont typeface="Libre Baskerville"/>
              <a:buNone/>
            </a:pPr>
            <a:r>
              <a:rPr b="0" i="0" lang="en-US" sz="22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  <a:endParaRPr b="0" i="0" sz="2200" u="none" cap="none" strike="noStrike"/>
          </a:p>
        </p:txBody>
      </p:sp>
      <p:sp>
        <p:nvSpPr>
          <p:cNvPr id="366" name="Google Shape;366;p9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0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50% - First-time buyers</a:t>
            </a:r>
            <a:endParaRPr b="0" i="0" sz="1750" u="none" cap="none" strike="noStrike"/>
          </a:p>
        </p:txBody>
      </p:sp>
      <p:sp>
        <p:nvSpPr>
          <p:cNvPr id="367" name="Google Shape;367;p9"/>
          <p:cNvSpPr/>
          <p:nvPr/>
        </p:nvSpPr>
        <p:spPr>
          <a:xfrm>
            <a:off x="793790" y="6659166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750"/>
              <a:buFont typeface="DM Sans"/>
              <a:buNone/>
            </a:pPr>
            <a:r>
              <a:rPr b="1" i="0" lang="en-US" sz="175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converting New to Returning, Returning to Loyal</a:t>
            </a:r>
            <a:endParaRPr b="1" i="0" sz="1750" u="none" cap="none" strike="noStrike"/>
          </a:p>
        </p:txBody>
      </p:sp>
      <p:pic>
        <p:nvPicPr>
          <p:cNvPr id="368" name="Google Shape;368;p9" title="Screenshot 2026-09-03 1329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00"/>
            <a:ext cx="14630400" cy="13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6034683" y="430768"/>
            <a:ext cx="5660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29"/>
              </a:lnSpc>
              <a:spcBef>
                <a:spcPts val="0"/>
              </a:spcBef>
              <a:spcAft>
                <a:spcPts val="0"/>
              </a:spcAft>
              <a:buClr>
                <a:srgbClr val="5C4E3D"/>
              </a:buClr>
              <a:buSzPts val="3050"/>
              <a:buFont typeface="Libre Baskerville"/>
              <a:buNone/>
            </a:pPr>
            <a:r>
              <a:rPr b="0" i="0" lang="en-US" sz="30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Recommendations</a:t>
            </a:r>
            <a:endParaRPr b="0" i="0" sz="3050" u="none" cap="none" strike="noStrike"/>
          </a:p>
        </p:txBody>
      </p:sp>
      <p:sp>
        <p:nvSpPr>
          <p:cNvPr id="375" name="Google Shape;375;p10"/>
          <p:cNvSpPr/>
          <p:nvPr/>
        </p:nvSpPr>
        <p:spPr>
          <a:xfrm>
            <a:off x="6034683" y="1155144"/>
            <a:ext cx="8047500" cy="1544100"/>
          </a:xfrm>
          <a:prstGeom prst="roundRect">
            <a:avLst>
              <a:gd fmla="val 426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6198870" y="1319332"/>
            <a:ext cx="469800" cy="469800"/>
          </a:xfrm>
          <a:prstGeom prst="roundRect">
            <a:avLst>
              <a:gd fmla="val 19455857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8053" y="1422083"/>
            <a:ext cx="211455" cy="26431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0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Libre Baskerville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Boost Subscriptions</a:t>
            </a:r>
            <a:endParaRPr b="0" i="0" sz="1500" u="none" cap="none" strike="noStrike"/>
          </a:p>
        </p:txBody>
      </p:sp>
      <p:sp>
        <p:nvSpPr>
          <p:cNvPr id="379" name="Google Shape;379;p10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Promote exclusive benefits for subscribers</a:t>
            </a:r>
            <a:endParaRPr b="0" i="0" sz="1200" u="none" cap="none" strike="noStrike"/>
          </a:p>
        </p:txBody>
      </p:sp>
      <p:sp>
        <p:nvSpPr>
          <p:cNvPr id="380" name="Google Shape;380;p10"/>
          <p:cNvSpPr/>
          <p:nvPr/>
        </p:nvSpPr>
        <p:spPr>
          <a:xfrm>
            <a:off x="6034683" y="2855952"/>
            <a:ext cx="8047500" cy="1544100"/>
          </a:xfrm>
          <a:prstGeom prst="roundRect">
            <a:avLst>
              <a:gd fmla="val 426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fmla="val 19455857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8053" y="3122890"/>
            <a:ext cx="211455" cy="26431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0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Libre Baskerville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Programs</a:t>
            </a:r>
            <a:endParaRPr b="0" i="0" sz="1500" u="none" cap="none" strike="noStrike"/>
          </a:p>
        </p:txBody>
      </p:sp>
      <p:sp>
        <p:nvSpPr>
          <p:cNvPr id="384" name="Google Shape;384;p10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Reward repeat buyers to increase retention</a:t>
            </a:r>
            <a:endParaRPr b="0" i="0" sz="1200" u="none" cap="none" strike="noStrike"/>
          </a:p>
        </p:txBody>
      </p:sp>
      <p:sp>
        <p:nvSpPr>
          <p:cNvPr id="385" name="Google Shape;385;p10"/>
          <p:cNvSpPr/>
          <p:nvPr/>
        </p:nvSpPr>
        <p:spPr>
          <a:xfrm>
            <a:off x="6034683" y="4556760"/>
            <a:ext cx="8047500" cy="1544100"/>
          </a:xfrm>
          <a:prstGeom prst="roundRect">
            <a:avLst>
              <a:gd fmla="val 426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fmla="val 19455857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8053" y="4823698"/>
            <a:ext cx="211455" cy="26431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Libre Baskerville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Targeted Marketing</a:t>
            </a:r>
            <a:endParaRPr b="0" i="0" sz="1500" u="none" cap="none" strike="noStrike"/>
          </a:p>
        </p:txBody>
      </p:sp>
      <p:sp>
        <p:nvSpPr>
          <p:cNvPr id="389" name="Google Shape;389;p10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high-revenue segments and express users</a:t>
            </a:r>
            <a:endParaRPr b="0" i="0" sz="1200" u="none" cap="none" strike="noStrike"/>
          </a:p>
        </p:txBody>
      </p:sp>
      <p:sp>
        <p:nvSpPr>
          <p:cNvPr id="390" name="Google Shape;390;p10"/>
          <p:cNvSpPr/>
          <p:nvPr/>
        </p:nvSpPr>
        <p:spPr>
          <a:xfrm>
            <a:off x="6034683" y="6257568"/>
            <a:ext cx="8047500" cy="1544100"/>
          </a:xfrm>
          <a:prstGeom prst="roundRect">
            <a:avLst>
              <a:gd fmla="val 4261" name="adj"/>
            </a:avLst>
          </a:prstGeom>
          <a:solidFill>
            <a:srgbClr val="F7EDD4"/>
          </a:solidFill>
          <a:ln cap="flat" cmpd="sng" w="9525">
            <a:solidFill>
              <a:srgbClr val="DDD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fmla="val 19455857" name="adj"/>
            </a:avLst>
          </a:pr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8053" y="6524506"/>
            <a:ext cx="211455" cy="26431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0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500"/>
              <a:buFont typeface="Libre Baskerville"/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Positioning</a:t>
            </a:r>
            <a:endParaRPr b="0" i="0" sz="1500" u="none" cap="none" strike="noStrike"/>
          </a:p>
        </p:txBody>
      </p:sp>
      <p:sp>
        <p:nvSpPr>
          <p:cNvPr id="394" name="Google Shape;394;p10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5424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Highlight top-rated products in campaigns</a:t>
            </a:r>
            <a:endParaRPr b="0" i="0" sz="1200" u="none" cap="none" strike="noStrike"/>
          </a:p>
        </p:txBody>
      </p:sp>
      <p:pic>
        <p:nvPicPr>
          <p:cNvPr id="395" name="Google Shape;395;p10" title="Screenshot 2026-09-02 1539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56607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2025-10-14T02:52:14Z</dcterms:created>
</cp:coreProperties>
</file>